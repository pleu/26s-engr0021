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3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2" d="100"/>
          <a:sy n="102" d="100"/>
        </p:scale>
        <p:origin x="192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01F65F-070B-8442-9931-817561DAD132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1947F6-20FA-7040-B060-E96CA8D67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0705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marR="0" lvl="2" indent="0" algn="l" defTabSz="914400" rtl="0" eaLnBrk="0" fontAlgn="base" latinLnBrk="0" hangingPunct="0">
                  <a:lnSpc>
                    <a:spcPct val="100000"/>
                  </a:lnSpc>
                  <a:spcBef>
                    <a:spcPct val="3000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i="0" smtClean="0">
                    <a:latin typeface="Cambria Math" panose="02040503050406030204" pitchFamily="18" charset="0"/>
                  </a:rPr>
                  <a:t>(■8(</a:t>
                </a:r>
                <a:r>
                  <a:rPr lang="en-US" b="0" i="0" smtClean="0">
                    <a:latin typeface="Cambria Math"/>
                  </a:rPr>
                  <a:t>9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@</a:t>
                </a:r>
                <a:r>
                  <a:rPr lang="en-US" b="0" i="0" smtClean="0">
                    <a:latin typeface="Cambria Math"/>
                  </a:rPr>
                  <a:t>3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))</a:t>
                </a:r>
                <a:r>
                  <a:rPr lang="en-US" b="0" i="0" smtClean="0">
                    <a:latin typeface="Cambria Math"/>
                  </a:rPr>
                  <a:t>=9!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/</a:t>
                </a:r>
                <a:r>
                  <a:rPr lang="en-US" b="0" i="0" smtClean="0">
                    <a:latin typeface="Cambria Math"/>
                  </a:rPr>
                  <a:t>3!6!=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(</a:t>
                </a:r>
                <a:r>
                  <a:rPr lang="en-US" b="0" i="0" smtClean="0">
                    <a:latin typeface="Cambria Math"/>
                  </a:rPr>
                  <a:t>9∗8∗7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)/(</a:t>
                </a:r>
                <a:r>
                  <a:rPr lang="en-US" b="0" i="0" smtClean="0">
                    <a:latin typeface="Cambria Math"/>
                  </a:rPr>
                  <a:t>3∗2</a:t>
                </a:r>
                <a:r>
                  <a:rPr lang="en-US" b="0" i="0" smtClean="0">
                    <a:latin typeface="Cambria Math" panose="02040503050406030204" pitchFamily="18" charset="0"/>
                  </a:rPr>
                  <a:t>)</a:t>
                </a:r>
                <a:r>
                  <a:rPr lang="en-US" b="0" i="0" smtClean="0">
                    <a:latin typeface="Cambria Math"/>
                  </a:rPr>
                  <a:t>=84</a:t>
                </a:r>
                <a:endParaRPr lang="en-US" dirty="0"/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E4A193-F8BB-4A03-AF96-473A89FC9C2E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Header Placeholder 6"/>
          <p:cNvSpPr>
            <a:spLocks noGrp="1"/>
          </p:cNvSpPr>
          <p:nvPr>
            <p:ph type="hdr" sz="quarter" idx="13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028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916E9-C384-3EA9-3179-A846563CE0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49958-360A-9CAE-89F9-34D3D2C1AB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E1056E-9C94-B4C9-219A-EDF541A83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06284-4D31-E982-66DE-67580920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859DDA-D773-342A-D0A0-5BE324CC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41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670C7-FF5B-93BD-4DDE-D98625D408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8FEBF-68C2-31B9-E5F6-11730EFD91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BA4CB-5869-DE50-D268-14EF878EF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82BFF-8165-0170-5AFC-3F4B8F975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B9232-3B17-F96E-A26F-6ADA4527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779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E5BE3-CEAD-75E6-D7B0-B1305D191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D88814-0EA9-42E2-84B5-2BEF6C4027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699EAE-B3D8-7941-D30E-F2BA2D3A6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76A58-08B7-C9AE-D910-DBFC462AB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5A63B9-C088-BC0A-4A25-0FFEC60DF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652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9F2F6-D05C-9A73-508E-0DA75D2E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0D116-161A-D38C-AF0E-2213EFBDD0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D30E93-CF91-1B4F-8F78-0E80CC843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9F84FF-777D-AB63-0727-0E4A02EA9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2555E-1A6A-2FE9-72EA-220E2D8E6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E93FA-1D2E-D42B-759B-444F31612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7586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A3602-12D5-C9CA-A83F-2B6995ADB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E72DF-741B-E704-09A1-2A93158A6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7BEC31-9595-D242-646A-996C7119AF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CE76AE-6524-F196-5D0F-9C111656A4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97E94-FAD7-71F2-22AC-110CFC69F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445DC8-28DF-0DDD-EF0B-A0E8E6B37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14DA8A-DBD0-EF1F-C497-2567A45FE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80B70-3CC6-76C5-54B4-A41073EF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486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18822-53C4-F20E-20A1-413C24279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4AF725-2244-1573-88A3-412E838A6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F17E3-0AEB-3967-9293-0D4920280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A18D8E-E716-3379-5DA8-55A027584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286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5F8EC2-FA9B-C8DA-9E22-7458E9187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142E8-D2E3-9177-823E-8BC7E35E9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19662-BBCE-F3CA-F6CC-DEE16B2D0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03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F6FEF-26F1-48E6-8472-0BD477039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35CE0-BE4E-D571-4F25-6D5E66660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849C9-C5AA-4531-7FFF-C13D05BD5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B6FD6D-5FE9-E04B-B08D-14ADE3181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1359BF-7FE6-620F-C3B7-B51FEAE81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18EE5F-DA17-9277-349B-956E71C29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86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136A-9377-65B3-6D90-AC0F80699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7F2CB-EDC0-1A6B-E409-AEDC8F193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C572CA-C0AC-0490-61A8-294EB7C56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8C209-BE1D-B6BF-4904-B768DB600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4997D-53E0-5EF6-5A55-24CABB440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EC0D7-0459-1B57-DBF6-BD334EC3E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66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244BA-B877-AC70-BB66-025D7EB1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DCFC87-BDEE-5930-0AE0-69F1C2EB7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E85A7-07BD-E3B7-9407-00B6ED1DC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3E651-9121-A9D5-5081-93EAD792B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72CF53-D6F0-D167-3B88-9B3026A14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63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E241-7AF3-3759-0E52-1EE208F94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A399CB-E49A-12E4-FE21-4B5FC9FB4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E142D-BA1E-7E9A-A2A9-4E76B1569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AD693-6D67-CF7C-8E6B-23922886C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E5B96-54EE-9B48-2EDF-D4404B712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775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99B479-F01B-238B-2587-893A7B460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A39220-D197-9A48-F954-C7DB49525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4228D-843B-2CC6-32F1-CC196B68A2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962E59-FCDB-CE42-8782-A2ABFE36B7EB}" type="datetimeFigureOut">
              <a:rPr lang="en-US" smtClean="0"/>
              <a:t>1/15/26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28242-CF8E-FE32-8DD2-968FE3BAFA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AF43CF-304F-3C22-DF8E-B6C1129D8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83DF2D-740F-5846-AECA-A55EC7CD85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064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114DE-5607-DCE7-E020-537FCFB5C6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9C5AF7-5054-7815-0DF6-A6556AE6D46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541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78D59-713B-4662-74B8-5A448DD2D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BD508-F649-1164-DA7E-29CA6E0B2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70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There are 5 racers.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many ways could they finish?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many permutations could the top 3 finish?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How many combinations could the top </a:t>
            </a:r>
            <a:r>
              <a:rPr lang="en-US"/>
              <a:t>3 finish?</a:t>
            </a:r>
            <a:endParaRPr lang="en-US" dirty="0"/>
          </a:p>
        </p:txBody>
      </p:sp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>
                <a:cs typeface="Arial" charset="0"/>
              </a:rPr>
              <a:t>Counting Sample Points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780B766-9C6A-4048-807A-009C2CA92769}" type="slidenum">
              <a:rPr lang="it-IT" smtClean="0"/>
              <a:pPr>
                <a:defRPr/>
              </a:pPr>
              <a:t>3</a:t>
            </a:fld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25705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</Words>
  <Application>Microsoft Macintosh PowerPoint</Application>
  <PresentationFormat>Widescreen</PresentationFormat>
  <Paragraphs>10</Paragraphs>
  <Slides>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Counting Sample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Leu, Paul W</dc:creator>
  <cp:lastModifiedBy>Leu, Paul W</cp:lastModifiedBy>
  <cp:revision>1</cp:revision>
  <dcterms:created xsi:type="dcterms:W3CDTF">2026-01-15T20:04:02Z</dcterms:created>
  <dcterms:modified xsi:type="dcterms:W3CDTF">2026-01-15T20:05:54Z</dcterms:modified>
</cp:coreProperties>
</file>